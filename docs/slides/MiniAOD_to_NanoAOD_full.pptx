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MINIAOD  →  NANOAOD MIGRATION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mapping of generator-level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bookkeeping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MiniAOD SSBAnalyzer ↔ NanoAOD SSBGenCategorizer · full coverage of GenPar(), GenJet(), GenMET(), ghost-B matching, and shower systematics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4572000"/>
            <a:ext cx="182880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MiniAOD code did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NanoAOD branches replace it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faithfully reproduced vs approximated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52120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54864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MC ntuple producer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branch names as MiniAOD output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HTCondor submission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MINIAOD PIPELINE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original SSBAnalyzer did with generator info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MiniAOD analyzer had ~1100 lines of generator-related code across five distinct sections. Each consumed different CMSSW collections and produced its own block of branches in the output tree.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GenPar()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79806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tree + channel classification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TOKEN(S)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0" y="2697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GenEventInfoProduct, GenParticleCollection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138160" y="24688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BRANCH(ES)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3816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GenPar_*, GenTop, GenAnTop, Channel_*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3291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GenJet()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62102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Particle-level jet collection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291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TOKEN(S)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0" y="35204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GenJetCollection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32918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BRANCH(ES)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35204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GenJet, GenJet_HCalEnergy, GenJet_ECalEnergy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420624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544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GenMET()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4439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missing transverse energy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41148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TOKEN(S)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72000" y="4343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GenMETCollection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41148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BRANCH(ES)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138160" y="4343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GenMET, GenMET_Count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" y="502920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5029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554480" y="4937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Ghost B-hadron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52669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B-hadron clustered as ghost particle in jets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9377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TOKEN(S)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72000" y="5166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genBHadIndex, genBHadJetIndex, genBHadFromTopWeakDecay, genBHadFlavour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4937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BRANCH(ES)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138160" y="5166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GenBJet, GenBHad, GenBHad_FromTopWeakDecay, GenBHad_Flavour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1520" y="5852160"/>
            <a:ext cx="594360" cy="59436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58521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554480" y="5760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B-fragmentation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554480" y="608990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weight for fragmentation systematics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572000" y="5760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TOKEN(S)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572000" y="59893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bfragWgtProducer:{up,central,down,Peterson}Frag,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bfragWgtProducer:semilepbr{Up,Down}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0" y="57607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BRANCH(ES)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138160" y="59893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Frag_*_Weight, Semilep_Br*_Weight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GenPar()  —  FAMILY TREE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did, what NanoAOD now does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3492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534924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MINIAOD  —  manual heavy lifting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892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Hadronizer branching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moduleName.find("Pythia") vs find("PEGHadronizer") → two completely separate code paths (~600 lines).
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Status-code parsing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PYTHIA: status ∈ [21,23] for hard process. HERWIG: status==11. Manual rule per generator.
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Mother/daughter maps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AllParMom / AllParDau / AllParInfo using numberOfMothers() and daughter(N) for every particle.
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linker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IndexLinker() walks ancestor chain to identify W± / b lineage and assign 12-slot positions.
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leptonic tracking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SelParDau map + manual descent through τ daughters to compute Channel_Idx_Final.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46520" y="1691640"/>
            <a:ext cx="53492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91640"/>
            <a:ext cx="534924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6916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NANOAOD  —  statusFlags does it all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331720"/>
            <a:ext cx="4892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generator path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statusFlags is generator-independent. Same code for PYTHIA/HERWIG/AMC.
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Last-copy identification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13 (isLastCopy) marks the physics t/t̄/W±. One bit replaces all status-code parsing.
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Daughter map from inverse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GenPart_genPartIdxMother already given. Invert once → O(N) daughter list.
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filling without recursion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 (last copy) walk daughters for W+ and b chains. No ancestor backtracking.
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 tracking via flag bit
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GenDressedLepton_hasTauAnc directly tells which leptons came from τ. One boolean.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GenJet()  &amp;  GenMET()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Particle-level jets and true missing energy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3492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73152" cy="2377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7830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GenJetCollection, stores pt/eta/phi/energy plus HCalEnergy and ECalEnergy per jet.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MiniAOD output: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GenJet, GenJet_HCalEnergy, GenJet_ECalEnergy, GenJet_Count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NanoAOD branches: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GenJet_pt/eta/phi/mass + GenJet_partonFlavour + GenJet_hadronFlavour
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mapping for kinematics. </a:t>
            </a:r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HCalEnergy / ECalEnergy are NOT in NanoAOD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(specific to reco::GenJet API). Bonus: flavour info is included in NanoAOD without extra work.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46520" y="1691640"/>
            <a:ext cx="534924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91640"/>
            <a:ext cx="73152" cy="23774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7830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GenMET()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GenMETCollection (typically size-1) and stores pt and phi only.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2651760"/>
            <a:ext cx="5074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MiniAOD output: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GenMET, GenMET_Count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NanoAOD branches: 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GenMET_pt, GenMET_phi (singles, not vectors)
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1:1 mapping. NanoAOD stores a single GenMET so GenMET_Count is always 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4297680"/>
            <a:ext cx="10698480" cy="2286000"/>
          </a:xfrm>
          <a:prstGeom prst="rect">
            <a:avLst/>
          </a:prstGeom>
          <a:solidFill>
            <a:srgbClr val="F5F2EC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297680"/>
            <a:ext cx="109728" cy="2286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use in ttbar CPV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4846320"/>
            <a:ext cx="10058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parton-level reference for jet response (JER) and unfolding. b-flavoured GenJets are the truth label for ttbar reco jets.
</a:t>
            </a:r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true momentum imbalance from neutrinos. Comparing GenMET to reconstructed MET gives the MET resolution / response systematic.
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dilepton ttbar, both neutrinos escape — so GenMET is essentially the (νℓ⁺ + ν̄ℓ⁻) momentum sum, which is needed for the kinematic reconstruction techniques that solve for the top 4-momenta.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GHOST B-HADRON MATCHING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which jets carry top decay b-quarks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MiniAOD analyzer ran a custom CMSSW module (matchGenBHadron) that re-clustered jets including B-hadrons as ghost particles. This gave the unambiguous answer to: "which jets came from the t → bW decay?"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49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5349240" cy="4572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MINIAOD — 5 custom tokens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genBHadPlusMothersToken_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B-hadrons + their mothers as separate particle collection
</a:t>
            </a:r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genBHadIndexInfoTag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of B-hadron in mother collection
</a:t>
            </a:r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genBHadFlavourInfoTag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Flavour (5 for b)
</a:t>
            </a:r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genBHadFromTopWeakDecayInfoTag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if B-hadron originated from a top quark weak decay
</a:t>
            </a:r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genBHadJetIndexInfoTag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jet the B-hadron was clustered into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46520" y="2468880"/>
            <a:ext cx="534924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468880"/>
            <a:ext cx="534924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468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NANOAOD — 1 branch + ΔR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20840" y="310896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GenJet_hadronFlavour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encodes the ghost-clustering result: value 5 = b-jet, 4 = c-jet, 0 = light. This single branch replaces 4 of the MiniAOD tokens.
</a:t>
            </a:r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FromTopWeakDecay via mother walk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b-jet, find the nearest last-copy b-quark in GenPart via ΔR ≤ 0.4. Then walk genPartIdxMother chain; if any ancestor has |pdgId|==6, set fromTopWeakDecay=1.
</a:t>
            </a:r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vs MiniAOD: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MiniAOD identified the B-hadron itself (post-hadronization), NanoAOD's pruning typically removed the B-hadron but kept the b-quark. For ttbar truth labelling these are interchangeable — both point to the same top.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B-FRAGMENTATION SYSTEMATIC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place where NanoAOD doesn't fully replace MiniAOD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10698480" cy="64008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5564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POINT: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B-fragmentation weights are NOT in standard NanoAOD. The MiniAOD analyzer used a custom CMSSW producer (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bfragWgtProducer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which is NOT part of the central NanoAOD production chain.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MiniAOD's bfragWgtProducer provided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10698480" cy="201168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5760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meaning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Frag_Cen_Weight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Bowler-Lund central tune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Frag_Up_Weight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b-quark hadronizes harder (carries more momentum)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Frag_Down_Weight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fragmentation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b-quark hadronizes softer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Frag_Peterson_Weight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Peterson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Alternative fragmentation function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Semilep_BrUp_Weight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→ ℓν BR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semileptonic branching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Semilep_BrDown_Weight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→ ℓν BR 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semileptonic branching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120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Closest NanoAOD analogue: PSWeight (4 variations)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PSWeight[0..3]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(ISR up, FSR up, ISR down, FSR down). These are parton-shower variations, NOT fragmentation variations.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cover a related but different systematic.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complete CPV analysis you have three options: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603504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PSWeight as approximate replacement (saved by this code as-is)
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NanoAOD reproduction with bfragWgtProducer included (custom production)
</a:t>
            </a:r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bfragWgtProducer on MiniAOD friends and join by event ID (most complete)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BRANCH-BY-BRANCH MAPPING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MiniAOD output  ↔  NanoAOD source  ↔  reproduced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846320"/>
        </p:xfrm>
        <a:graphic>
          <a:graphicData uri="http://schemas.openxmlformats.org/drawingml/2006/table">
            <a:tbl>
              <a:tblPr/>
              <a:tblGrid>
                <a:gridCol w="3108960"/>
                <a:gridCol w="3200400"/>
                <a:gridCol w="1280160"/>
                <a:gridCol w="3474720"/>
              </a:tblGrid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MiniAOD branch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NanoAOD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Reproduced?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 (pt/eta/phi/energy)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GenPart_pt/eta/phi/mass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= sqrt(pt²cosh²η + m²)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GenPar_pdgId,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GenPart_pdgId,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GenPar_Mom*/Dau* indices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GenPart_genPartIdxMother + reverse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mother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GenTop / GenAnTop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isLastCopy(t/t̄)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statusFlags bit 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Channel_Idx, Channel_*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 from W daughters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Channel_Idx_Final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GenDressedLepton_hasTauAnc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one-bit replacement of recursion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GenJet (pt/eta/phi/energy)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GenJet_pt/eta/phi/mass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computed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GenJet_HCalEnergy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stored in NanoAOD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GenJet_ECalEnergy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stored in NanoAOD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GenMET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GenMET_pt, GenMET_phi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exact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per event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GenBJet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GenJet[hadronFlavour==5]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equivalent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ghost-cluster result in branch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GenBHad (pt/eta/phi/energy)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GenPart [|pdgId|=5, last copy]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approx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b-quark, not B-hadron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GenBHad_Flavour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GenPart_pdgId of matched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equivalent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±5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GenBHad_FromTopWeakDecay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mother chain walk to 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approx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genPartIdxMother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Frag_*_Weight (4 vars)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bfragWgtProducer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Semilep_Br*_Weight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missing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bfragWgtProducer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PSWeight[0..3] (ISR/FSR)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bonus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in NanoAOD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SSBGenCategorizer 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C++ class is organized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746504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91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RegisterBranches()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169164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31 NanoAOD branches (UInt/Float/Int/Bool/UChar)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33272" y="2066544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6712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1122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ProcessEvent()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211226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entry point — orchestrates the 7 phases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" y="2487168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587752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25328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BuildDaughterMap()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3288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GenPart_genPartIdxMother → O(N) daughter map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3272" y="2907792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008376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1371600" y="2953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FindTopAntiTop()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95351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isLastCopy(t) and isLastCopy(t̄). Sets isSignal.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3272" y="3328416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429000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1" name="Text 19"/>
          <p:cNvSpPr/>
          <p:nvPr/>
        </p:nvSpPr>
        <p:spPr>
          <a:xfrm>
            <a:off x="1371600" y="33741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FillSignalSelection()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0" y="33741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isSignal: walk t→W±,b chains; fill 12-slot array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3272" y="374904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849624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1371600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ComputeChannel*()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79476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(W→ℓ), Final (with τ→ℓ), Jets (W→qq')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3272" y="4169664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270248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ProcessGenJets()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421538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GenJet kinematics + flavours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33272" y="4590288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" y="4690872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46360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ProcessGenMET()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463600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GenMET_pt, GenMET_phi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33272" y="5010912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0120" y="5111496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7" name="Text 35"/>
          <p:cNvSpPr/>
          <p:nvPr/>
        </p:nvSpPr>
        <p:spPr>
          <a:xfrm>
            <a:off x="1371600" y="50566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ProcessGenBHadrons()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505663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b-flavoured GenJet: match nearest b-quark, set fromTopWeakDecay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33272" y="5431536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0120" y="5532120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1" name="Text 39"/>
          <p:cNvSpPr/>
          <p:nvPr/>
        </p:nvSpPr>
        <p:spPr>
          <a:xfrm>
            <a:off x="1371600" y="5477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ProcessPSWeights()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54880" y="547725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4 PSWeight values (ISR/FSR up/down)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33272" y="585216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60120" y="5952744"/>
            <a:ext cx="146304" cy="146304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45" name="Text 43"/>
          <p:cNvSpPr/>
          <p:nvPr/>
        </p:nvSpPr>
        <p:spPr>
          <a:xfrm>
            <a:off x="1371600" y="58978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SyncOutputBuffers()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54880" y="589788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result_ → output tree buffers; fill GenCatTree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OUTPUT BRANCHES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ends up in GenCatTree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743200" cy="31089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691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metadata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isSignal (bool)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SelectedIdx[12] (int array)
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83280" y="16916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691640"/>
            <a:ext cx="2743200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691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GenPar (family tree)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20574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GenPar_Count, GenPar_Idx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GenPar_pt/eta/phi/mass/energy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GenPar_pdgId, GenPar_Status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GenPar_{Mom,Dau}{1,2}_Idx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GenPar_{Mom,Dau}_Counter
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6916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691640"/>
            <a:ext cx="2743200" cy="3108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691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quarks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20574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GenTop_pt/eta/phi/energy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GenAnTop_pt/eta/phi/energy
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052560" y="1691640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52560" y="1691640"/>
            <a:ext cx="2743200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169164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classification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89720" y="2057400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Channel_Idx, Channel_Idx_Final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Channel_Lepton_Count(_Final)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Channel_Jets, Channel_Jets_Abs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Channel_Tau_Lepton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Channel_Visible_Tau
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187952"/>
            <a:ext cx="2743200" cy="310896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187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GenJet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4553712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GenJet_Count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GenJet_pt/eta/phi/mass/energy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GenJet_PartonFlavour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GenJet_HadronFlavour
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4187952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4187952"/>
            <a:ext cx="2743200" cy="31089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4187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GenMET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4553712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GenMET_pt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GenMET_phi
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4187952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4187952"/>
            <a:ext cx="2743200" cy="3108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4187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Ghost B-jet / B-hadron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4553712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GenBJet_Count, GenBHad_Count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GenBJet_pt/eta/phi/energy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GenBHad_pt/eta/phi/energy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GenBHad_FromTopWeakDecay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GenBHad_Flavour
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9052560" y="4187952"/>
            <a:ext cx="274320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D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52560" y="4187952"/>
            <a:ext cx="274320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9098280" y="41879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Shower systematics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89720" y="4553712"/>
            <a:ext cx="2468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PSWeight_n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PSWeight_{ISR,FSR}_{Up,Down}
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 same as B-frag weights)
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VALIDATION  &amp; 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where we 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5212080" cy="2286000"/>
          </a:xfrm>
          <a:prstGeom prst="rect">
            <a:avLst/>
          </a:prstGeom>
          <a:solidFill>
            <a:srgbClr val="ECFDF5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ALREADY VALIDATED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Sanity-checked on 1000 events of
</a:t>
            </a:r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TTToSemiLeptonic_TuneCP5_13TeV-powheg-pythia8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Signal fraction: </a:t>
            </a:r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✓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ℓ+jets (e):  344 events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ℓ+jets (μ):  330 events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τ-involved:  326 events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All-hadronic / dilepton: 0 ✓ (filtered)
</a:t>
            </a:r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match SemiLeptonic generator filter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212080" cy="228600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ADDED IN THIS ROUND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2148840"/>
            <a:ext cx="5029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GenJet collection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(parton flavour, hadron flavour)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GenMET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(pt, phi)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GenBJet + GenBHad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ΔR matching and ancestor walking for FromTopWeakDecay
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PSWeight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(ISR/FSR up/down — approximate replacement for B-fragmentation weights)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4206240"/>
            <a:ext cx="10698480" cy="2286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4206240"/>
            <a:ext cx="137160" cy="2286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8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—  HTCondor mass submission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70916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SSBGenCategorizer over the full Run-2 ttbar MC datasets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code passes a 1k-event check on each dataset (Inclusive, SemiLeptonic, Dilepton, plus systematic variations), bundle a Condor submit file that: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Distributes input files into chunks of ~5-10 files per job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Sets up the CMSSW or LCG environment per worker node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Stages outputs back to EOS or T3 storage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Generates per-dataset summary statistics (channel breakdown, signal fraction)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MiniAOD GenPar → NanoAOD SSBGenCategorizer</dc:title>
  <dc:subject>PptxGenJS Presentation</dc:subject>
  <dc:creator>PptxGenJS</dc:creator>
  <cp:lastModifiedBy>PptxGenJS</cp:lastModifiedBy>
  <cp:revision>1</cp:revision>
  <dcterms:created xsi:type="dcterms:W3CDTF">2026-05-20T07:32:57Z</dcterms:created>
  <dcterms:modified xsi:type="dcterms:W3CDTF">2026-05-20T07:32:57Z</dcterms:modified>
</cp:coreProperties>
</file>